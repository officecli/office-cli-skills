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  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</p:viewPr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theme" Target="theme/theme1.xml"/>
    <Relationship Id="rId5" Type="http://schemas.openxmlformats.org/officeDocument/2006/relationships/presProps" Target="presProps.xml"/>
    <Relationship Id="rId6" Type="http://schemas.openxmlformats.org/officeDocument/2006/relationships/viewProps" Target="viewProps.xml"/>
    <Relationship Id="rId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4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62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Helvetica Neue"/>
                <a:ea typeface="PingFang SC"/>
              </a:rPr>
              <a:t>Q3 Revenue Report</a:t>
            </a:r>
          </a:p>
        </p:txBody>
      </p:sp>
      <p:sp>
        <p:nvSpPr>
          <p:cNvPr id="6" name="ContentPanel"/>
          <p:cNvSpPr/>
          <p:nvPr/>
        </p:nvSpPr>
        <p:spPr>
          <a:xfrm>
            <a:off x="700000" y="1400000"/>
            <a:ext cx="10800000" cy="4250000"/>
          </a:xfrm>
          <a:prstGeom prst="roundRect">
            <a:avLst>
              <a:gd name="adj" fmla="val 2800"/>
            </a:avLst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0" name="PointCard1"/>
          <p:cNvSpPr/>
          <p:nvPr/>
        </p:nvSpPr>
        <p:spPr>
          <a:xfrm>
            <a:off x="700000" y="1500000"/>
            <a:ext cx="10800000" cy="1263333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North America: $128M</a:t>
            </a:r>
          </a:p>
        </p:txBody>
      </p:sp>
      <p:sp>
        <p:nvSpPr>
          <p:cNvPr id="21" name="PointAccent1"/>
          <p:cNvSpPr/>
          <p:nvPr/>
        </p:nvSpPr>
        <p:spPr>
          <a:xfrm>
            <a:off x="700000" y="1500000"/>
            <a:ext cx="80000" cy="1263333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2" name="PointCard2"/>
          <p:cNvSpPr/>
          <p:nvPr/>
        </p:nvSpPr>
        <p:spPr>
          <a:xfrm>
            <a:off x="700000" y="2943333"/>
            <a:ext cx="10800000" cy="1263333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Europe：$96M</a:t>
            </a:r>
          </a:p>
        </p:txBody>
      </p:sp>
      <p:sp>
        <p:nvSpPr>
          <p:cNvPr id="23" name="PointAccent2"/>
          <p:cNvSpPr/>
          <p:nvPr/>
        </p:nvSpPr>
        <p:spPr>
          <a:xfrm>
            <a:off x="700000" y="2943333"/>
            <a:ext cx="80000" cy="1263333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4" name="PointCard3"/>
          <p:cNvSpPr/>
          <p:nvPr/>
        </p:nvSpPr>
        <p:spPr>
          <a:xfrm>
            <a:off x="700000" y="4386666"/>
            <a:ext cx="10800000" cy="1263333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Asia：$45M</a:t>
            </a:r>
          </a:p>
        </p:txBody>
      </p:sp>
      <p:sp>
        <p:nvSpPr>
          <p:cNvPr id="25" name="PointAccent3"/>
          <p:cNvSpPr/>
          <p:nvPr/>
        </p:nvSpPr>
        <p:spPr>
          <a:xfrm>
            <a:off x="700000" y="4386666"/>
            <a:ext cx="80000" cy="1263333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CBD5E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333333">
                    <a:alpha val="56000"/>
                  </a:srgbClr>
                </a:solidFill>
              </a:rPr>
              <a:t>01/02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Deco"/>
          <p:cNvSpPr/>
          <p:nvPr/>
        </p:nvSpPr>
        <p:spPr>
          <a:xfrm>
            <a:off x="500000" y="350000"/>
            <a:ext cx="80000" cy="4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</p:sp>
      <p:sp>
        <p:nvSpPr>
          <p:cNvPr id="2" name="Title"/>
          <p:cNvSpPr/>
          <p:nvPr/>
        </p:nvSpPr>
        <p:spPr>
          <a:xfrm>
            <a:off x="700000" y="300000"/>
            <a:ext cx="10800000" cy="62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l"/>
            <a:r>
              <a:rPr lang="zh-CN" sz="3200" b="1">
                <a:solidFill>
                  <a:srgbClr val="0F172A"/>
                </a:solidFill>
                <a:latin typeface="Helvetica Neue"/>
                <a:ea typeface="PingFang SC"/>
              </a:rPr>
              <a:t>Regional Breakdown</a:t>
            </a:r>
          </a:p>
        </p:txBody>
      </p:sp>
      <p:sp>
        <p:nvSpPr>
          <p:cNvPr id="6" name="ContentPanel"/>
          <p:cNvSpPr/>
          <p:nvPr/>
        </p:nvSpPr>
        <p:spPr>
          <a:xfrm>
            <a:off x="700000" y="1400000"/>
            <a:ext cx="10800000" cy="4250000"/>
          </a:xfrm>
          <a:prstGeom prst="roundRect">
            <a:avLst>
              <a:gd name="adj" fmla="val 2800"/>
            </a:avLst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2000"/>
              </a:srgbClr>
            </a:solidFill>
          </a:ln>
        </p:spPr>
      </p:sp>
      <p:sp>
        <p:nvSpPr>
          <p:cNvPr id="20" name="PointCard1"/>
          <p:cNvSpPr/>
          <p:nvPr/>
        </p:nvSpPr>
        <p:spPr>
          <a:xfrm>
            <a:off x="700000" y="1500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Strong growth in APAC</a:t>
            </a:r>
          </a:p>
        </p:txBody>
      </p:sp>
      <p:sp>
        <p:nvSpPr>
          <p:cNvPr id="21" name="PointAccent1"/>
          <p:cNvSpPr/>
          <p:nvPr/>
        </p:nvSpPr>
        <p:spPr>
          <a:xfrm>
            <a:off x="700000" y="1500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2" name="PointCard2"/>
          <p:cNvSpPr/>
          <p:nvPr/>
        </p:nvSpPr>
        <p:spPr>
          <a:xfrm>
            <a:off x="700000" y="3665000"/>
            <a:ext cx="10800000" cy="1985000"/>
          </a:xfrm>
          <a:prstGeom prst="roundRect">
            <a:avLst/>
          </a:prstGeom>
          <a:solidFill>
            <a:srgbClr val="F8FAFC">
              <a:alpha val="98000"/>
            </a:srgbClr>
          </a:solidFill>
          <a:ln w="12700">
            <a:solidFill>
              <a:srgbClr val="0F172A">
                <a:alpha val="16000"/>
              </a:srgbClr>
            </a:solidFill>
          </a:ln>
        </p:spPr>
        <p:txBody>
          <a:bodyPr lIns="260000" tIns="240000" rIns="240000" bIns="180000" anchor="ctr">
            <a:normAutofit fontScale="82000" lnSpcReduction="20000"/>
          </a:bodyPr>
          <a:lstStyle/>
          <a:p>
            <a:pPr algn="l"/>
            <a:r>
              <a:rPr lang="zh-CN" sz="2100">
                <a:solidFill>
                  <a:srgbClr val="333333"/>
                </a:solidFill>
                <a:latin typeface="Helvetica Neue"/>
                <a:ea typeface="PingFang SC"/>
              </a:rPr>
              <a:t>Stable EU performance</a:t>
            </a:r>
          </a:p>
        </p:txBody>
      </p:sp>
      <p:sp>
        <p:nvSpPr>
          <p:cNvPr id="23" name="PointAccent2"/>
          <p:cNvSpPr/>
          <p:nvPr/>
        </p:nvSpPr>
        <p:spPr>
          <a:xfrm>
            <a:off x="700000" y="3665000"/>
            <a:ext cx="80000" cy="1985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0" name="FooterRule"/>
          <p:cNvSpPr/>
          <p:nvPr/>
        </p:nvSpPr>
        <p:spPr>
          <a:xfrm>
            <a:off x="500000" y="6200000"/>
            <a:ext cx="11100000" cy="0"/>
          </a:xfrm>
          <a:prstGeom prst="line">
            <a:avLst/>
          </a:prstGeom>
          <a:ln w="12700">
            <a:solidFill>
              <a:srgbClr val="CBD5E1">
                <a:alpha val="34000"/>
              </a:srgbClr>
            </a:solidFill>
          </a:ln>
        </p:spPr>
      </p:sp>
      <p:sp>
        <p:nvSpPr>
          <p:cNvPr id="12" name="PageNumber"/>
          <p:cNvSpPr/>
          <p:nvPr/>
        </p:nvSpPr>
        <p:spPr>
          <a:xfrm>
            <a:off x="10300000" y="6300000"/>
            <a:ext cx="1200000" cy="260000"/>
          </a:xfrm>
          <a:prstGeom prst="rect">
            <a:avLst/>
          </a:prstGeom>
        </p:spPr>
        <p:txBody>
          <a:bodyPr anchor="b">
            <a:normAutofit fontScale="82000" lnSpcReduction="20000"/>
          </a:bodyPr>
          <a:lstStyle/>
          <a:p>
            <a:pPr algn="r"/>
            <a:r>
              <a:rPr lang="zh-CN" sz="900">
                <a:solidFill>
                  <a:srgbClr val="333333">
                    <a:alpha val="56000"/>
                  </a:srgbClr>
                </a:solidFill>
              </a:rPr>
              <a:t>02/02</a:t>
            </a:r>
          </a:p>
        </p:txBody>
      </p:sp>
    </p:spTree>
  </p:cSld>
</p:sld>
</file>

<file path=ppt/theme/theme1.xml><?xml version="1.0" encoding="utf-8"?>
<a:theme xmlns:a="http://schemas.openxmlformats.org/drawingml/2006/main" name="Graphi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A73E8"/>
      </a:accent1>
      <a:accent2>
        <a:srgbClr val="E8710A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pple-Style">
      <a:majorFont>
        <a:latin typeface="Helvetica Neue" panose="020B0604020202020204"/>
        <a:ea typeface="PingFang SC"/>
        <a:cs typeface=""/>
      </a:majorFont>
      <a:minorFont>
        <a:latin typeface="Helvetica Neue" panose="020B0604020202020204"/>
        <a:ea typeface="PingFang SC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officecli PPTX Generator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Q3 Revenue</dc:title>
  <dc:creator>OfficeCLI</dc:creator>
  <dcterms:created xsi:type="dcterms:W3CDTF">2026-05-26T05:54:33Z</dcterms:created>
</cp:coreProperties>
</file>