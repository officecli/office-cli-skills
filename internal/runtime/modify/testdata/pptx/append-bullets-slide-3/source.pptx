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theme" Target="theme/theme1.xml"/>
    <Relationship Id="rId6" Type="http://schemas.openxmlformats.org/officeDocument/2006/relationships/presProps" Target="presProps.xml"/>
    <Relationship Id="rId7" Type="http://schemas.openxmlformats.org/officeDocument/2006/relationships/viewProps" Target="viewProps.xml"/>
    <Relationship Id="rId8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6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8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2800" b="1">
                <a:solidFill>
                  <a:srgbClr val="0F172A"/>
                </a:solidFill>
                <a:latin typeface="Helvetica Neue"/>
                <a:ea typeface="PingFang SC"/>
              </a:rPr>
              <a:t>Quarterly Operating Review</a:t>
            </a:r>
          </a:p>
        </p:txBody>
      </p:sp>
      <p:sp>
        <p:nvSpPr>
          <p:cNvPr id="6" name="ContentPanel"/>
          <p:cNvSpPr/>
          <p:nvPr/>
        </p:nvSpPr>
        <p:spPr>
          <a:xfrm>
            <a:off x="700000" y="1400000"/>
            <a:ext cx="10800000" cy="4250000"/>
          </a:xfrm>
          <a:prstGeom prst="roundRect">
            <a:avLst>
              <a:gd name="adj" fmla="val 2800"/>
            </a:avLst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0" name="PointCard1"/>
          <p:cNvSpPr/>
          <p:nvPr/>
        </p:nvSpPr>
        <p:spPr>
          <a:xfrm>
            <a:off x="700000" y="1500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North America: 128</a:t>
            </a:r>
          </a:p>
        </p:txBody>
      </p:sp>
      <p:sp>
        <p:nvSpPr>
          <p:cNvPr id="21" name="PointAccent1"/>
          <p:cNvSpPr/>
          <p:nvPr/>
        </p:nvSpPr>
        <p:spPr>
          <a:xfrm>
            <a:off x="700000" y="1500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2" name="PointCard2"/>
          <p:cNvSpPr/>
          <p:nvPr/>
        </p:nvSpPr>
        <p:spPr>
          <a:xfrm>
            <a:off x="700000" y="3665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Europe：96</a:t>
            </a:r>
          </a:p>
        </p:txBody>
      </p:sp>
      <p:sp>
        <p:nvSpPr>
          <p:cNvPr id="23" name="PointAccent2"/>
          <p:cNvSpPr/>
          <p:nvPr/>
        </p:nvSpPr>
        <p:spPr>
          <a:xfrm>
            <a:off x="700000" y="3665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CBD5E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333333">
                    <a:alpha val="56000"/>
                  </a:srgbClr>
                </a:solidFill>
              </a:rPr>
              <a:t>01/03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Helvetica Neue"/>
                <a:ea typeface="PingFang SC"/>
              </a:rPr>
              <a:t>Regional Breakdown</a:t>
            </a:r>
          </a:p>
        </p:txBody>
      </p:sp>
      <p:sp>
        <p:nvSpPr>
          <p:cNvPr id="6" name="ContentPanel"/>
          <p:cNvSpPr/>
          <p:nvPr/>
        </p:nvSpPr>
        <p:spPr>
          <a:xfrm>
            <a:off x="700000" y="1400000"/>
            <a:ext cx="10800000" cy="4250000"/>
          </a:xfrm>
          <a:prstGeom prst="roundRect">
            <a:avLst>
              <a:gd name="adj" fmla="val 2800"/>
            </a:avLst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0" name="PointCard1"/>
          <p:cNvSpPr/>
          <p:nvPr/>
        </p:nvSpPr>
        <p:spPr>
          <a:xfrm>
            <a:off x="700000" y="1500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APAC expansion</a:t>
            </a:r>
          </a:p>
        </p:txBody>
      </p:sp>
      <p:sp>
        <p:nvSpPr>
          <p:cNvPr id="21" name="PointAccent1"/>
          <p:cNvSpPr/>
          <p:nvPr/>
        </p:nvSpPr>
        <p:spPr>
          <a:xfrm>
            <a:off x="700000" y="1500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2" name="PointCard2"/>
          <p:cNvSpPr/>
          <p:nvPr/>
        </p:nvSpPr>
        <p:spPr>
          <a:xfrm>
            <a:off x="700000" y="3665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EU retention</a:t>
            </a:r>
          </a:p>
        </p:txBody>
      </p:sp>
      <p:sp>
        <p:nvSpPr>
          <p:cNvPr id="23" name="PointAccent2"/>
          <p:cNvSpPr/>
          <p:nvPr/>
        </p:nvSpPr>
        <p:spPr>
          <a:xfrm>
            <a:off x="700000" y="3665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CBD5E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333333">
                    <a:alpha val="56000"/>
                  </a:srgbClr>
                </a:solidFill>
              </a:rPr>
              <a:t>02/03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Helvetica Neue"/>
                <a:ea typeface="PingFang SC"/>
              </a:rPr>
              <a:t>Launch Plan</a:t>
            </a:r>
          </a:p>
        </p:txBody>
      </p:sp>
      <p:sp>
        <p:nvSpPr>
          <p:cNvPr id="6" name="ContentPanel"/>
          <p:cNvSpPr/>
          <p:nvPr/>
        </p:nvSpPr>
        <p:spPr>
          <a:xfrm>
            <a:off x="700000" y="1400000"/>
            <a:ext cx="10800000" cy="4250000"/>
          </a:xfrm>
          <a:prstGeom prst="roundRect">
            <a:avLst>
              <a:gd name="adj" fmla="val 2800"/>
            </a:avLst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0" name="PointCard1"/>
          <p:cNvSpPr/>
          <p:nvPr/>
        </p:nvSpPr>
        <p:spPr>
          <a:xfrm>
            <a:off x="700000" y="1500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Sales enablement</a:t>
            </a:r>
          </a:p>
        </p:txBody>
      </p:sp>
      <p:sp>
        <p:nvSpPr>
          <p:cNvPr id="21" name="PointAccent1"/>
          <p:cNvSpPr/>
          <p:nvPr/>
        </p:nvSpPr>
        <p:spPr>
          <a:xfrm>
            <a:off x="700000" y="1500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2" name="PointCard2"/>
          <p:cNvSpPr/>
          <p:nvPr/>
        </p:nvSpPr>
        <p:spPr>
          <a:xfrm>
            <a:off x="700000" y="3665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Support readiness</a:t>
            </a:r>
          </a:p>
        </p:txBody>
      </p:sp>
      <p:sp>
        <p:nvSpPr>
          <p:cNvPr id="23" name="PointAccent2"/>
          <p:cNvSpPr/>
          <p:nvPr/>
        </p:nvSpPr>
        <p:spPr>
          <a:xfrm>
            <a:off x="700000" y="3665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CBD5E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333333">
                    <a:alpha val="56000"/>
                  </a:srgbClr>
                </a:solidFill>
              </a:rPr>
              <a:t>03/03</a:t>
            </a:r>
          </a:p>
        </p:txBody>
      </p:sp>
    </p:spTree>
  </p:cSld>
</p:sld>
</file>

<file path=ppt/theme/theme1.xml><?xml version="1.0" encoding="utf-8"?>
<a:theme xmlns:a="http://schemas.openxmlformats.org/drawingml/2006/main" name="Grap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73E8"/>
      </a:accent1>
      <a:accent2>
        <a:srgbClr val="E8710A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ple-Style">
      <a:majorFont>
        <a:latin typeface="Helvetica Neue" panose="020B0604020202020204"/>
        <a:ea typeface="PingFang SC"/>
        <a:cs typeface=""/>
      </a:majorFont>
      <a:minorFont>
        <a:latin typeface="Helvetica Neue" panose="020B0604020202020204"/>
        <a:ea typeface="PingFang SC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officecli PPTX Generator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WS8 PPTX Fixture</dc:title>
  <dc:creator>OfficeCLI</dc:creator>
  <dcterms:created xsi:type="dcterms:W3CDTF">2026-05-29T03:19:30Z</dcterms:created>
</cp:coreProperties>
</file>